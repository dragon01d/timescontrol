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2E22DB-66BD-025F-157C-E8C1338D5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1D8680-5D39-598F-951C-F426B0306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F072C3-A12C-C1EA-0B7C-8183494C8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CCA796-DE6F-516C-7A66-C7AD318A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CEC0CA-3425-C838-C544-223BDC47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4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0CAAF-1AC6-3BDA-4159-6346A4C3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76E2C0-661A-5D82-86DA-4C49E9492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72BE82-56EC-32D2-8A49-9FB71787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560C17-D956-A62D-E42B-DE9E3E18F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9A530-4C42-FAEB-244C-F3A548B4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05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D3253-FBEF-D505-1422-AE79F42E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A484F4-5C8E-1B51-D014-05DDF8BE9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C34E5D-68BB-B156-EB58-25D062A82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AC729F-BD76-801F-1C21-612C4DFF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128D4E-5198-3492-DE75-C0731AE4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412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F064C-ECC2-B81D-6B38-EEBDDD1C5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9DAB4-F6CB-D0A5-9F06-507E1B7C00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DDB7B4-FCA1-0450-25EC-37F2F3A9C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DF7F4D-CF2B-A300-1B1F-C01FE196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5E5509-4E67-ACF0-8762-A3AA9EF9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D26E59-6F43-DCAA-9EC7-1B3ABE10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927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B28BF-1FF9-4AB0-7554-DD46CB69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FAD31B-DEBD-5648-B8AA-490864332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964936-827A-28EF-4AE8-5EDF74D91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3C488A-654E-D7B1-E908-AD4A3C02D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448F49E-4480-7C85-DDF6-BBCA251E9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BBB96E-8567-08A4-AA0B-520CFFB1A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690224-9322-68E6-A569-F8F54D8E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1307155-1D38-8B2A-405F-C5B37AAB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31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EDA30-D049-C1B5-0DF4-448223D1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9FEF37-462E-CCAC-0BEC-31BE6FD2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5F6675-BAE2-669D-ED42-4B410CAF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A53FC79-D41F-F035-4BE3-771C9E91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94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1D10D2-1B92-AE3F-0D1E-3687F33FB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B9AF152-EB8A-D000-281A-75289278E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180B75-9D7A-E49E-2274-9AB9641E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57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A1C46-6999-6451-25E7-7D35CD02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4D907B-A9E6-F150-FA75-7302BED3B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313ED0-054C-6D22-BA7D-15BFECC09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96355A-B1FC-6363-AA31-DE54513A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C7BEAA-90FD-9603-AD3F-2A7F83620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AFAB68-0D97-D227-F4E5-7A9DC657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77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308E9-C49E-5AB4-A966-59429C64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714214-AC13-12FC-7F3A-4FD1094DD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004FAC-F9ED-9D0D-18AD-241369275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D0117C-F312-AF98-5A78-548AF947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2CEB646-3DFF-CDE7-0413-32C1A9723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2EAA52-E097-A2C9-E204-93E3D360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30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70CBB2-F02D-A0A9-2471-30D284FB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6412BDA-0460-37DF-37D7-410660FB0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F32A99-615D-1D18-7BA1-69194A5E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325ADB-BDE6-4300-3DB3-8E152312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BDCA35-367E-54EA-69C6-E86776F6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99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463D5B-99DB-02B1-E169-7267B6FF3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6043A97-865D-6A52-2DE6-9C17E6114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7E72DE-0268-4B32-0EA7-7990EF4D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85E1D5-F6D5-A145-A50A-9E6BAF16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39D8ED-3118-09B2-DD65-3D2F6D05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56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B310F-CF58-07A7-978D-1D72B217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3B7BE4-4257-F4BD-9786-9CB4DF1FA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90B02C-5EFC-C8E3-4AE1-913C3BCFA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C076C-A927-40D8-AEE4-C5F8161952B8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82EBA-94A8-FDAE-811D-DB33F2652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568503-B47E-7B5C-C193-8CA15BD54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3EAFB-C394-4B8A-9AD0-2CE45DCAE9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152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17DF1-47F3-C219-5FA2-3C13C729B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75" y="2254250"/>
            <a:ext cx="9544050" cy="1517650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quote-cjk-patch"/>
              </a:rPr>
              <a:t>Times Control</a:t>
            </a:r>
            <a:br>
              <a:rPr lang="ru-RU" b="0" i="0" dirty="0">
                <a:effectLst/>
                <a:latin typeface="quote-cjk-patch"/>
              </a:rPr>
            </a:br>
            <a:r>
              <a:rPr lang="ru-RU" sz="3100" b="0" i="0" dirty="0">
                <a:effectLst/>
                <a:latin typeface="quote-cjk-patch"/>
              </a:rPr>
              <a:t>Расширение для браузера, которое помогает вовремя отдохнуть от работы</a:t>
            </a:r>
            <a:br>
              <a:rPr lang="ru-RU" b="0" i="0" dirty="0"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7A144-57C2-4986-4A88-D63CB4093946}"/>
              </a:ext>
            </a:extLst>
          </p:cNvPr>
          <p:cNvSpPr txBox="1"/>
          <p:nvPr/>
        </p:nvSpPr>
        <p:spPr>
          <a:xfrm>
            <a:off x="7800975" y="6033174"/>
            <a:ext cx="6134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0" dirty="0">
                <a:effectLst/>
                <a:latin typeface="quote-cjk-patch"/>
              </a:rPr>
              <a:t>Сделали студенты ИСиП</a:t>
            </a:r>
            <a:r>
              <a:rPr lang="en-US" sz="2400" b="0" dirty="0">
                <a:effectLst/>
                <a:latin typeface="quote-cjk-patch"/>
              </a:rPr>
              <a:t>25-02</a:t>
            </a:r>
            <a:r>
              <a:rPr lang="ru-RU" sz="2400" dirty="0">
                <a:latin typeface="quote-cjk-patch"/>
              </a:rPr>
              <a:t>П</a:t>
            </a:r>
          </a:p>
          <a:p>
            <a:r>
              <a:rPr lang="ru-RU" sz="2400" dirty="0">
                <a:latin typeface="quote-cjk-patch"/>
              </a:rPr>
              <a:t>Исхаков Ринат, Якименко Егор</a:t>
            </a: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9893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F29895-F866-2E01-8F4E-442C23648C8C}"/>
              </a:ext>
            </a:extLst>
          </p:cNvPr>
          <p:cNvSpPr txBox="1"/>
          <p:nvPr/>
        </p:nvSpPr>
        <p:spPr>
          <a:xfrm>
            <a:off x="1066800" y="819150"/>
            <a:ext cx="98488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2. </a:t>
            </a:r>
            <a:r>
              <a:rPr lang="ru-RU" sz="3600" b="1" dirty="0">
                <a:effectLst/>
                <a:latin typeface="quote-cjk-patch"/>
              </a:rPr>
              <a:t>Проблема, которую решает MVP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b="1" i="0" dirty="0">
                <a:effectLst/>
                <a:latin typeface="quote-cjk-patch"/>
              </a:rPr>
              <a:t>теряют чувство времени</a:t>
            </a:r>
            <a:r>
              <a:rPr lang="ru-RU" sz="3600" b="0" i="0" dirty="0">
                <a:effectLst/>
                <a:latin typeface="quote-cjk-patch"/>
              </a:rPr>
              <a:t> — могут работать 2–3 часа без остановки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quote-cjk-patch"/>
              </a:rPr>
              <a:t>встроенные часы или таймеры телефона </a:t>
            </a:r>
            <a:r>
              <a:rPr lang="ru-RU" sz="3600" b="1" i="0" dirty="0">
                <a:effectLst/>
                <a:latin typeface="quote-cjk-patch"/>
              </a:rPr>
              <a:t>неудобно перезапускать</a:t>
            </a:r>
            <a:r>
              <a:rPr lang="ru-RU" sz="3600" b="0" i="0" dirty="0">
                <a:effectLst/>
                <a:latin typeface="quote-cjk-patch"/>
              </a:rPr>
              <a:t> каждый раз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600" b="0" i="0" dirty="0">
                <a:effectLst/>
                <a:latin typeface="quote-cjk-patch"/>
              </a:rPr>
              <a:t>стандартные будильники либо слишком резкие, либо быстро игнорируются</a:t>
            </a:r>
          </a:p>
          <a:p>
            <a:r>
              <a:rPr lang="ru-RU" sz="3600" b="0" i="0" dirty="0">
                <a:effectLst/>
                <a:latin typeface="quote-cjk-patch"/>
              </a:rPr>
              <a:t>→ Нужен простой таймер прямо в браузере, который можно запустить в один клик.</a:t>
            </a:r>
          </a:p>
          <a:p>
            <a:pPr algn="ctr"/>
            <a:endParaRPr lang="ru-RU" sz="3600" b="1" dirty="0"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78166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620A60-A890-A04A-8F4F-0BCE130001AB}"/>
              </a:ext>
            </a:extLst>
          </p:cNvPr>
          <p:cNvSpPr txBox="1"/>
          <p:nvPr/>
        </p:nvSpPr>
        <p:spPr>
          <a:xfrm>
            <a:off x="3048000" y="691634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/>
                <a:latin typeface="quote-cjk-patch"/>
              </a:rPr>
              <a:t>Решение: как работает наше расширение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755AB-72A6-466A-2833-588A269A8CA6}"/>
              </a:ext>
            </a:extLst>
          </p:cNvPr>
          <p:cNvSpPr txBox="1"/>
          <p:nvPr/>
        </p:nvSpPr>
        <p:spPr>
          <a:xfrm>
            <a:off x="933450" y="2134493"/>
            <a:ext cx="88773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0" i="0" dirty="0">
                <a:effectLst/>
                <a:latin typeface="quote-cjk-patch"/>
              </a:rPr>
              <a:t>Расширение — это </a:t>
            </a:r>
            <a:r>
              <a:rPr lang="ru-RU" sz="3200" b="1" i="0" dirty="0">
                <a:effectLst/>
                <a:latin typeface="quote-cjk-patch"/>
              </a:rPr>
              <a:t>чистый таймер до перерыва</a:t>
            </a:r>
            <a:r>
              <a:rPr lang="ru-RU" sz="3200" b="0" i="0" dirty="0">
                <a:effectLst/>
                <a:latin typeface="quote-cjk-patch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quote-cjk-patch"/>
              </a:rPr>
              <a:t>Кнопки: </a:t>
            </a:r>
            <a:r>
              <a:rPr lang="ru-RU" sz="3200" b="1" i="0" dirty="0">
                <a:effectLst/>
                <a:latin typeface="quote-cjk-patch"/>
              </a:rPr>
              <a:t>Старт / Пауза / Сброс</a:t>
            </a:r>
            <a:endParaRPr lang="ru-RU" sz="3200" b="0" i="0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quote-cjk-patch"/>
              </a:rPr>
              <a:t>Настройка интервала в минутах (например, 30 мин)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quote-cjk-patch"/>
              </a:rPr>
              <a:t>Когда таймер доходит до 0 — приходит </a:t>
            </a:r>
            <a:r>
              <a:rPr lang="ru-RU" sz="3200" b="1" i="0" dirty="0">
                <a:effectLst/>
                <a:latin typeface="quote-cjk-patch"/>
              </a:rPr>
              <a:t>уведомление</a:t>
            </a:r>
            <a:r>
              <a:rPr lang="ru-RU" sz="3200" b="0" i="0" dirty="0">
                <a:effectLst/>
                <a:latin typeface="quote-cjk-patch"/>
              </a:rPr>
              <a:t>: «Пора отдохнуть»</a:t>
            </a:r>
          </a:p>
          <a:p>
            <a:pPr algn="l"/>
            <a:r>
              <a:rPr lang="ru-RU" sz="3200" b="0" i="0" dirty="0">
                <a:effectLst/>
                <a:latin typeface="quote-cjk-patch"/>
              </a:rPr>
              <a:t>Ничего лишнего. Только запустить, забыть, получить сигнал.</a:t>
            </a:r>
          </a:p>
        </p:txBody>
      </p:sp>
    </p:spTree>
    <p:extLst>
      <p:ext uri="{BB962C8B-B14F-4D97-AF65-F5344CB8AC3E}">
        <p14:creationId xmlns:p14="http://schemas.microsoft.com/office/powerpoint/2010/main" val="293584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F41480-57B5-A801-BC15-4191BD259ED6}"/>
              </a:ext>
            </a:extLst>
          </p:cNvPr>
          <p:cNvSpPr txBox="1"/>
          <p:nvPr/>
        </p:nvSpPr>
        <p:spPr>
          <a:xfrm>
            <a:off x="3048000" y="47538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effectLst/>
                <a:latin typeface="quote-cjk-patch"/>
              </a:rPr>
              <a:t>Как выглядит интерфейс</a:t>
            </a:r>
            <a:r>
              <a:rPr lang="en-US" sz="3200" b="1" dirty="0">
                <a:effectLst/>
                <a:latin typeface="quote-cjk-patch"/>
              </a:rPr>
              <a:t>:</a:t>
            </a:r>
            <a:r>
              <a:rPr lang="ru-RU" i="0" dirty="0">
                <a:effectLst/>
                <a:latin typeface="quote-cjk-patch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83980-057C-28A8-A7C3-67C145D8B760}"/>
              </a:ext>
            </a:extLst>
          </p:cNvPr>
          <p:cNvSpPr txBox="1"/>
          <p:nvPr/>
        </p:nvSpPr>
        <p:spPr>
          <a:xfrm>
            <a:off x="348669" y="1442025"/>
            <a:ext cx="574733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ru-RU" b="1" dirty="0"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quote-cjk-patch"/>
              </a:rPr>
              <a:t>Цифровой таймер: 01:00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quote-cjk-patch"/>
              </a:rPr>
              <a:t>Три кнопки под ним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quote-cjk-patch"/>
              </a:rPr>
              <a:t>Поле ввода интервала (минуты)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i="0" dirty="0">
                <a:effectLst/>
                <a:latin typeface="quote-cjk-patch"/>
              </a:rPr>
              <a:t>Кнопка «Установить» для применения интервала</a:t>
            </a:r>
          </a:p>
          <a:p>
            <a:pPr algn="l"/>
            <a:r>
              <a:rPr lang="ru-RU" sz="3200" i="0" dirty="0">
                <a:effectLst/>
                <a:latin typeface="quote-cjk-patch"/>
              </a:rPr>
              <a:t>Всё в одном окне расширения. Понятно с первого взгляда.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89E7AA-BB01-760B-DEB8-0E55FCA98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48" y="1181237"/>
            <a:ext cx="3077004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59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940AD6-C501-5AED-B90E-9B454A960B11}"/>
              </a:ext>
            </a:extLst>
          </p:cNvPr>
          <p:cNvSpPr txBox="1"/>
          <p:nvPr/>
        </p:nvSpPr>
        <p:spPr>
          <a:xfrm>
            <a:off x="2357437" y="755362"/>
            <a:ext cx="7477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dirty="0">
                <a:effectLst/>
                <a:latin typeface="quote-cjk-patch"/>
              </a:rPr>
              <a:t>Почему это MVP, а не просто будильник</a:t>
            </a:r>
            <a:r>
              <a:rPr lang="en-US" sz="3200" b="1" dirty="0">
                <a:latin typeface="quote-cjk-patch"/>
              </a:rPr>
              <a:t>:</a:t>
            </a:r>
            <a:endParaRPr lang="ru-RU" sz="3200" b="1" dirty="0">
              <a:effectLst/>
              <a:latin typeface="quote-cjk-patch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512A116-883F-35DE-7352-196E87982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997421"/>
              </p:ext>
            </p:extLst>
          </p:nvPr>
        </p:nvGraphicFramePr>
        <p:xfrm>
          <a:off x="1635124" y="1920010"/>
          <a:ext cx="8921752" cy="3890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60876">
                  <a:extLst>
                    <a:ext uri="{9D8B030D-6E8A-4147-A177-3AD203B41FA5}">
                      <a16:colId xmlns:a16="http://schemas.microsoft.com/office/drawing/2014/main" val="3570651689"/>
                    </a:ext>
                  </a:extLst>
                </a:gridCol>
                <a:gridCol w="4460876">
                  <a:extLst>
                    <a:ext uri="{9D8B030D-6E8A-4147-A177-3AD203B41FA5}">
                      <a16:colId xmlns:a16="http://schemas.microsoft.com/office/drawing/2014/main" val="2026030006"/>
                    </a:ext>
                  </a:extLst>
                </a:gridCol>
              </a:tblGrid>
              <a:tr h="1003166"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Обычный будильник / таймер телефона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Times Control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998360"/>
                  </a:ext>
                </a:extLst>
              </a:tr>
              <a:tr h="962358"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Нужно каждый раз заново ставить время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Один клик «Старт»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244184"/>
                  </a:ext>
                </a:extLst>
              </a:tr>
              <a:tr h="962358"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Легко пропустить момент запуска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Всегда под рукой в браузере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663725"/>
                  </a:ext>
                </a:extLst>
              </a:tr>
              <a:tr h="962358"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синхронизирован с рабочим ритмом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Сам напоминает, когда настало время отдыха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71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822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B5B376-AD8D-7A08-1C66-CDD844C0AD74}"/>
              </a:ext>
            </a:extLst>
          </p:cNvPr>
          <p:cNvSpPr txBox="1"/>
          <p:nvPr/>
        </p:nvSpPr>
        <p:spPr>
          <a:xfrm>
            <a:off x="1581150" y="589686"/>
            <a:ext cx="9029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0F1115"/>
                </a:solidFill>
                <a:effectLst/>
                <a:latin typeface="quote-cjk-patch"/>
              </a:rPr>
              <a:t>Развитие идеи (потенциал)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84D58-92C5-7F0A-1B06-0ED7D3CEC326}"/>
              </a:ext>
            </a:extLst>
          </p:cNvPr>
          <p:cNvSpPr txBox="1"/>
          <p:nvPr/>
        </p:nvSpPr>
        <p:spPr>
          <a:xfrm>
            <a:off x="1581150" y="1941611"/>
            <a:ext cx="90297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Готовые пресеты: 25/5, 50/10, 90/15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Звук уведомления или только тихое всплывающее окно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Возможность отложить перерыв на 5 минут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Учёт, сколько перерывов сделано (но это уже следующая версия)</a:t>
            </a:r>
          </a:p>
        </p:txBody>
      </p:sp>
    </p:spTree>
    <p:extLst>
      <p:ext uri="{BB962C8B-B14F-4D97-AF65-F5344CB8AC3E}">
        <p14:creationId xmlns:p14="http://schemas.microsoft.com/office/powerpoint/2010/main" val="14499525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253</Words>
  <Application>Microsoft Office PowerPoint</Application>
  <PresentationFormat>Широкоэкранный</PresentationFormat>
  <Paragraphs>35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quote-cjk-patch</vt:lpstr>
      <vt:lpstr>Тема Office</vt:lpstr>
      <vt:lpstr>Times Control Расширение для браузера, которое помогает вовремя отдохнуть от работы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Iskhakov Rinat</dc:creator>
  <cp:lastModifiedBy>Iskhakov Rinat</cp:lastModifiedBy>
  <cp:revision>2</cp:revision>
  <dcterms:created xsi:type="dcterms:W3CDTF">2026-06-09T14:50:02Z</dcterms:created>
  <dcterms:modified xsi:type="dcterms:W3CDTF">2026-06-09T15:22:00Z</dcterms:modified>
</cp:coreProperties>
</file>